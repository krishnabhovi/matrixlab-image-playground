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" cy="4297680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325880"/>
            <a:ext cx="9875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2C4C"/>
                </a:solidFill>
                <a:latin typeface="Aptos Display"/>
              </a:defRPr>
            </a:pPr>
            <a:r>
              <a:t>MATRIX OPERATIONS</a:t>
            </a:r>
            <a:br/>
            <a:r>
              <a:t>&amp; IMAGE MANIPULATION</a:t>
            </a:r>
          </a:p>
          <a:p>
            <a:pPr>
              <a:spcBef>
                <a:spcPts val="1600"/>
              </a:spcBef>
              <a:defRPr sz="2000">
                <a:solidFill>
                  <a:srgbClr val="EB7E2A"/>
                </a:solidFill>
              </a:defRPr>
            </a:pPr>
            <a:r>
              <a:t>Project 2 | Python • NumPy • Matplotlib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84048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E6978"/>
                </a:solidFill>
              </a:defRPr>
            </a:pPr>
            <a:r>
              <a:t>Task-wise explanation of the supplied lab02.py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5166360"/>
            <a:ext cx="987552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Purpose: process a grayscale image using matrix operations and pixel-intensity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C"/>
                </a:solidFill>
                <a:latin typeface="Aptos Display"/>
              </a:defRPr>
            </a:pPr>
            <a:r>
              <a:t>Program Overview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978"/>
                </a:solidFill>
                <a:latin typeface="Aptos"/>
              </a:defRPr>
            </a:pPr>
            <a:r>
              <a:t>What the program needs before the tasks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97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Input image: einstein.jpg in the same working folder as lab02.py.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NumPy handles image matrices and pixel calculations.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Matplotlib displays the original image and each result.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imageio reads the image; Matplotlib imread is the fallback.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The program converts the image array to uint8 (integer values 0–255).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53312"/>
            <a:ext cx="4069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B7E2A"/>
                </a:solidFill>
              </a:defRPr>
            </a:pPr>
            <a:r>
              <a:t>KEY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4069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46304" wrap="square"/>
          <a:lstStyle/>
          <a:p>
            <a:pPr algn="ctr">
              <a:defRPr sz="1300">
                <a:solidFill>
                  <a:srgbClr val="182C4C"/>
                </a:solidFill>
                <a:latin typeface="Consolas"/>
              </a:defRPr>
            </a:pPr>
            <a:r>
              <a:t>import numpy as np</a:t>
            </a:r>
            <a:br/>
            <a:r>
              <a:t>import matplotlib.pyplot as plt</a:t>
            </a:r>
            <a:br/>
            <a:r>
              <a:t>from imageio.v2 import imread</a:t>
            </a:r>
            <a:br/>
            <a:br/>
            <a:r>
              <a:t>ImJPG = imread('einstein.jpg')</a:t>
            </a:r>
            <a:br/>
            <a:r>
              <a:t>ImJPG = np.asarray(ImJPG, dtype=np.uint8)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Before running: keep lab02.py and einstein.jpg together, and install numpy, matplotlib, and imageio.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C"/>
                </a:solidFill>
                <a:latin typeface="Aptos Display"/>
              </a:defRPr>
            </a:pPr>
            <a:r>
              <a:t>Task 1–5: Load &amp; Inspect the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978"/>
                </a:solidFill>
                <a:latin typeface="Aptos"/>
              </a:defRPr>
            </a:pPr>
            <a:r>
              <a:t>Read the image and check its matrix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97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Task 1 — Load image: read einstein.jpg and make it a 2-D grayscale array if needed.</a:t>
            </a:r>
          </a:p>
          <a:p>
            <a:pPr>
              <a:spcAft>
                <a:spcPts val="12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Task 2 — Dimensions: find m rows and n columns using ImJPG.shape.</a:t>
            </a:r>
          </a:p>
          <a:p>
            <a:pPr>
              <a:spcAft>
                <a:spcPts val="12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Task 3 — Data type: check whether pixel values are integers.</a:t>
            </a:r>
          </a:p>
          <a:p>
            <a:pPr>
              <a:spcAft>
                <a:spcPts val="12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Task 4 — Intensity range: find the minimum and maximum pixel values.</a:t>
            </a:r>
          </a:p>
          <a:p>
            <a:pPr>
              <a:spcAft>
                <a:spcPts val="12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Task 5 — Display original: show the image using a grayscale colour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53312"/>
            <a:ext cx="4069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B7E2A"/>
                </a:solidFill>
              </a:defRPr>
            </a:pPr>
            <a:r>
              <a:t>KEY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4069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46304" wrap="square"/>
          <a:lstStyle/>
          <a:p>
            <a:pPr algn="ctr">
              <a:defRPr sz="1300">
                <a:solidFill>
                  <a:srgbClr val="182C4C"/>
                </a:solidFill>
                <a:latin typeface="Consolas"/>
              </a:defRPr>
            </a:pPr>
            <a:r>
              <a:t>ImJPG = imread('einstein.jpg')</a:t>
            </a:r>
            <a:br/>
            <a:r>
              <a:t>m, n = ImJPG.shape</a:t>
            </a:r>
            <a:br/>
            <a:r>
              <a:t>isInt = np.issubdtype(ImJPG.dtype, np.integer)</a:t>
            </a:r>
            <a:br/>
            <a:r>
              <a:t>minImJPG = np.min(ImJPG)</a:t>
            </a:r>
            <a:br/>
            <a:r>
              <a:t>maxImJPG = np.max(ImJPG)</a:t>
            </a:r>
            <a:br/>
            <a:r>
              <a:t>plt.imshow(ImJPG, cmap='gray')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Expected checks: dimensions are m × n; uint8 values range from 0 to 255 (actual min/max depend on the image).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C"/>
                </a:solidFill>
                <a:latin typeface="Aptos Display"/>
              </a:defRPr>
            </a:pPr>
            <a:r>
              <a:t>Task 6–7: Crop &amp; Add a Black Border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978"/>
                </a:solidFill>
                <a:latin typeface="Aptos"/>
              </a:defRPr>
            </a:pPr>
            <a:r>
              <a:t>Use slicing and a zero-filled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97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Task 6 — Crop: keep the central part by removing 100 pixels from top and bottom, 100 from left, and 70 from right.</a:t>
            </a:r>
          </a:p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Task 7 — Black border: create a black matrix the same size as the original.</a:t>
            </a:r>
          </a:p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Copy the cropped image into the matching central region; the remaining pixels stay black.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53312"/>
            <a:ext cx="4069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B7E2A"/>
                </a:solidFill>
              </a:defRPr>
            </a:pPr>
            <a:r>
              <a:t>KEY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4069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46304" wrap="square"/>
          <a:lstStyle/>
          <a:p>
            <a:pPr algn="ctr">
              <a:defRPr sz="1300">
                <a:solidFill>
                  <a:srgbClr val="182C4C"/>
                </a:solidFill>
                <a:latin typeface="Consolas"/>
              </a:defRPr>
            </a:pPr>
            <a:r>
              <a:t>ImJPG_center = ImJPG[100:m-100, 100:n-70]</a:t>
            </a:r>
            <a:br/>
            <a:br/>
            <a:r>
              <a:t>ImJPG_border = np.zeros((m, n), dtype=np.uint8)</a:t>
            </a:r>
            <a:br/>
            <a:r>
              <a:t>ImJPG_border[100:m-100, 100:n-70] = ImJPG_center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Concept: array slicing selects a region; zeros represent black pixels.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C"/>
                </a:solidFill>
                <a:latin typeface="Aptos Display"/>
              </a:defRPr>
            </a:pPr>
            <a:r>
              <a:t>Task 8–11: Flip, Transpose &amp; Rotate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978"/>
                </a:solidFill>
                <a:latin typeface="Aptos"/>
              </a:defRPr>
            </a:pPr>
            <a:r>
              <a:t>Geometric transformations of the image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97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Task 8 — Vertical flip: top and bottom are exchanged.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Task 9 — Transpose: rows become columns and columns become rows.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Task 10 — Horizontal flip: reverse the image from left to right.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Task 11 — Rotate 90°: np.rot90 rotates counterclockwise by default.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Transpose or rotation can swap the matrix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53312"/>
            <a:ext cx="4069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B7E2A"/>
                </a:solidFill>
              </a:defRPr>
            </a:pPr>
            <a:r>
              <a:t>KEY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4069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46304" wrap="square"/>
          <a:lstStyle/>
          <a:p>
            <a:pPr algn="ctr">
              <a:defRPr sz="1300">
                <a:solidFill>
                  <a:srgbClr val="182C4C"/>
                </a:solidFill>
                <a:latin typeface="Consolas"/>
              </a:defRPr>
            </a:pPr>
            <a:r>
              <a:t>ImJPG_vertflip = np.flipud(ImJPG)</a:t>
            </a:r>
            <a:br/>
            <a:r>
              <a:t>ImJPG_transpose = ImJPG.T</a:t>
            </a:r>
            <a:br/>
            <a:r>
              <a:t>ImJPG_horflip = np.flipud(ImJPG.T).T</a:t>
            </a:r>
            <a:br/>
            <a:r>
              <a:t>ImJPG90 = np.rot90(ImJPG)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These tasks change the pixel arrangement, not the pixel-intensity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C"/>
                </a:solidFill>
                <a:latin typeface="Aptos Display"/>
              </a:defRPr>
            </a:pPr>
            <a:r>
              <a:t>Task 12–13: Negative &amp; Brightness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978"/>
                </a:solidFill>
                <a:latin typeface="Aptos"/>
              </a:defRPr>
            </a:pPr>
            <a:r>
              <a:t>Change pixel intensities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97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Task 12 — Inversion: replace each pixel p with 255 − p to create a photographic negative.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Task 13 — Darken/lighten: subtract 50 or add 50 to each pixel.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np.clip keeps values within 0–255 so they do not go below black or above white.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Convert to a wider integer type before adding or subtracting to avoid uint8 wrap-around.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53312"/>
            <a:ext cx="4069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B7E2A"/>
                </a:solidFill>
              </a:defRPr>
            </a:pPr>
            <a:r>
              <a:t>KEY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4069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46304" wrap="square"/>
          <a:lstStyle/>
          <a:p>
            <a:pPr algn="ctr">
              <a:defRPr sz="1300">
                <a:solidFill>
                  <a:srgbClr val="182C4C"/>
                </a:solidFill>
                <a:latin typeface="Consolas"/>
              </a:defRPr>
            </a:pPr>
            <a:r>
              <a:t>ImJPG_inv = 255 - ImJPG</a:t>
            </a:r>
            <a:br/>
            <a:br/>
            <a:r>
              <a:t>def shift(img, c):</a:t>
            </a:r>
            <a:br/>
            <a:r>
              <a:t>    return np.uint8(np.clip(</a:t>
            </a:r>
            <a:br/>
            <a:r>
              <a:t>        img.astype(np.int16) + c, 0, 255))</a:t>
            </a:r>
            <a:br/>
            <a:br/>
            <a:r>
              <a:t>ImJPG_dark = shift(ImJPG, -50)</a:t>
            </a:r>
            <a:br/>
            <a:r>
              <a:t>ImJPG_light = shift(ImJPG, 50)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Pixel values: 0 = black, 255 = white.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C"/>
                </a:solidFill>
                <a:latin typeface="Aptos Display"/>
              </a:defRPr>
            </a:pPr>
            <a:r>
              <a:t>Task 14: Andy Warhol-Style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978"/>
                </a:solidFill>
                <a:latin typeface="Aptos"/>
              </a:defRPr>
            </a:pPr>
            <a:r>
              <a:t>Combine four intensity versions into a 2 × 2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97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Create four panels: original, darker by 50, brighter by 100, and brighter by 50.</a:t>
            </a:r>
          </a:p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np.hstack() places images side by side.</a:t>
            </a:r>
          </a:p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np.vstack() stacks the top and bottom rows.</a:t>
            </a:r>
          </a:p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The result is one larger composite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53312"/>
            <a:ext cx="4069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B7E2A"/>
                </a:solidFill>
              </a:defRPr>
            </a:pPr>
            <a:r>
              <a:t>KEY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4069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46304" wrap="square"/>
          <a:lstStyle/>
          <a:p>
            <a:pPr algn="ctr">
              <a:defRPr sz="1300">
                <a:solidFill>
                  <a:srgbClr val="182C4C"/>
                </a:solidFill>
                <a:latin typeface="Consolas"/>
              </a:defRPr>
            </a:pPr>
            <a:r>
              <a:t>top = np.hstack((ImJPG,</a:t>
            </a:r>
            <a:br/>
            <a:r>
              <a:t>    shift(ImJPG, -50)))</a:t>
            </a:r>
            <a:br/>
            <a:r>
              <a:t>bottom = np.hstack((shift(ImJPG, 100),</a:t>
            </a:r>
            <a:br/>
            <a:r>
              <a:t>    shift(ImJPG, 50)))</a:t>
            </a:r>
            <a:br/>
            <a:r>
              <a:t>ImJPG_Warhol = np.vstack((top, bottom))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This task demonstrates how matrix concatenation can create a multi-panel image.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C"/>
                </a:solidFill>
                <a:latin typeface="Aptos Display"/>
              </a:defRPr>
            </a:pPr>
            <a:r>
              <a:t>Task 15–16: Black &amp; White and 8 Gray Shades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978"/>
                </a:solidFill>
                <a:latin typeface="Aptos"/>
              </a:defRPr>
            </a:pPr>
            <a:r>
              <a:t>Reduce the number of available intensity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97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Task 15 — Thresholding: values below 128 become black; values at or above 128 become white.</a:t>
            </a:r>
          </a:p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Task 16 — Eight shades: map the original 256 possible values to eight evenly spaced gray levels.</a:t>
            </a:r>
          </a:p>
          <a:p>
            <a:pPr>
              <a:spcAft>
                <a:spcPts val="12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Both operations simplify image intensity information and create posterized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53312"/>
            <a:ext cx="4069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B7E2A"/>
                </a:solidFill>
              </a:defRPr>
            </a:pPr>
            <a:r>
              <a:t>KEY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4069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46304" wrap="square"/>
          <a:lstStyle/>
          <a:p>
            <a:pPr algn="ctr">
              <a:defRPr sz="1300">
                <a:solidFill>
                  <a:srgbClr val="182C4C"/>
                </a:solidFill>
                <a:latin typeface="Consolas"/>
              </a:defRPr>
            </a:pPr>
            <a:r>
              <a:t>ImJPG_bw = np.uint8(</a:t>
            </a:r>
            <a:br/>
            <a:r>
              <a:t>    255 * np.floor(ImJPG.astype(float) / 128))</a:t>
            </a:r>
            <a:br/>
            <a:br/>
            <a:r>
              <a:t>ImJPG8 = np.uint8(</a:t>
            </a:r>
            <a:br/>
            <a:r>
              <a:t>    np.round(ImJPG.astype(float) / 255 * 7)</a:t>
            </a:r>
            <a:br/>
            <a:r>
              <a:t>    * (255 / 7))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Thresholding produces two levels; gray-level reduction produces eight levels.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C"/>
                </a:solidFill>
                <a:latin typeface="Aptos Display"/>
              </a:defRPr>
            </a:pPr>
            <a:r>
              <a:t>Task 17–18: Contrast &amp; Gamma Adjustment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978"/>
                </a:solidFill>
                <a:latin typeface="Aptos"/>
              </a:defRPr>
            </a:pPr>
            <a:r>
              <a:t>Apply further intensity transformations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978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Task 17 — Contrast: multiply pixel values by 1.25 and clip values at 255.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Task 18 — Gamma-style adjustment: apply power transformations to normalized pixel values.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The supplied program uses exponents 0.95 and 1.05.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Convert the transformed values back to uint8 for image display.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53312"/>
            <a:ext cx="4069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B7E2A"/>
                </a:solidFill>
              </a:defRPr>
            </a:pPr>
            <a:r>
              <a:t>KEY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4069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46304" wrap="square"/>
          <a:lstStyle/>
          <a:p>
            <a:pPr algn="ctr">
              <a:defRPr sz="1300">
                <a:solidFill>
                  <a:srgbClr val="182C4C"/>
                </a:solidFill>
                <a:latin typeface="Consolas"/>
              </a:defRPr>
            </a:pPr>
            <a:r>
              <a:t>ImJPG_HighContrast = np.uint8(</a:t>
            </a:r>
            <a:br/>
            <a:r>
              <a:t>    np.clip(1.25 * ImJPG.astype(float), 0, 255))</a:t>
            </a:r>
            <a:br/>
            <a:br/>
            <a:r>
              <a:t>ImJPG_Gamma05 = np.uint8(</a:t>
            </a:r>
            <a:br/>
            <a:r>
              <a:t>    np.clip(255 * (ImJPG / 255.0) ** 0.95, 0, 255))</a:t>
            </a:r>
            <a:br/>
            <a:r>
              <a:t>ImJPG_Gamma15 = np.uint8(</a:t>
            </a:r>
            <a:br/>
            <a:r>
              <a:t>    np.clip(255 * (ImJPG / 255.0) ** 1.05, 0, 255))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The output images make it possible to compare the visual effect of each transformation.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C"/>
                </a:solidFill>
                <a:latin typeface="Aptos Display"/>
              </a:defRPr>
            </a:pPr>
            <a:r>
              <a:t>Execution, Results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978"/>
                </a:solidFill>
                <a:latin typeface="Aptos"/>
              </a:defRPr>
            </a:pPr>
            <a:r>
              <a:t>How to run the program and what it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978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4980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Keep lab02.py and einstein.jpg in the same folder.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Install NumPy, Matplotlib, and imageio if they are not already installed.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Run the Python script; it prints image dimensions, integer-type status, and pixel range.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Matplotlib displays the original image and the transformed versions.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Conclusion: a grayscale image is a matrix, and NumPy operations can crop, rearrange, and alter its pixels.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581911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B7E2A"/>
                </a:solidFill>
              </a:defRPr>
            </a:pPr>
            <a:r>
              <a:t>RUN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74519"/>
            <a:ext cx="2834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46304" wrap="square"/>
          <a:lstStyle/>
          <a:p>
            <a:pPr algn="ctr">
              <a:defRPr sz="1300">
                <a:solidFill>
                  <a:srgbClr val="182C4C"/>
                </a:solidFill>
                <a:latin typeface="Consolas"/>
              </a:defRPr>
            </a:pPr>
            <a:r>
              <a:t>python lab02.py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475488"/>
          </a:xfrm>
          <a:prstGeom prst="roundRect">
            <a:avLst/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defRPr sz="1300">
                <a:solidFill>
                  <a:srgbClr val="182C4C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